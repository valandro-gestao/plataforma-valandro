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56" r:id="rId6"/>
    <p:sldId id="287" r:id="rId7"/>
    <p:sldId id="288" r:id="rId8"/>
    <p:sldId id="289" r:id="rId9"/>
    <p:sldId id="269" r:id="rId10"/>
    <p:sldId id="270" r:id="rId11"/>
    <p:sldId id="271" r:id="rId12"/>
    <p:sldId id="258" r:id="rId13"/>
    <p:sldId id="262" r:id="rId14"/>
    <p:sldId id="260" r:id="rId15"/>
    <p:sldId id="275" r:id="rId16"/>
    <p:sldId id="283" r:id="rId17"/>
    <p:sldId id="284" r:id="rId18"/>
    <p:sldId id="264" r:id="rId19"/>
    <p:sldId id="265" r:id="rId20"/>
    <p:sldId id="277" r:id="rId21"/>
    <p:sldId id="267" r:id="rId22"/>
    <p:sldId id="273" r:id="rId23"/>
    <p:sldId id="272" r:id="rId24"/>
  </p:sldIdLst>
  <p:sldSz cx="12192000" cy="6858000"/>
  <p:notesSz cx="6858000" cy="9144000"/>
  <p:custShowLst>
    <p:custShow name="Apresentação Personalizada 1" id="0">
      <p:sldLst>
        <p:sld r:id="rId5"/>
      </p:sldLst>
    </p:custShow>
  </p:custShow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056B2C-454D-3D95-AEE2-1F3C04AC0AD3}" name="Marcio Provenzano" initials="MP" userId="f8aa855a27c2b52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7"/>
    <p:restoredTop sz="94718"/>
  </p:normalViewPr>
  <p:slideViewPr>
    <p:cSldViewPr snapToGrid="0">
      <p:cViewPr varScale="1">
        <p:scale>
          <a:sx n="117" d="100"/>
          <a:sy n="117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FE9D8-8072-94F6-FF84-3B68A817A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00D9DB-1DE5-0566-76B1-C586C2B2B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E72BEF-7C48-D92C-09C1-65D8DEBF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97D8EB-EB34-F045-4A78-11D16C4B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742198-13BA-4FBC-B7A2-9AC61435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44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36A91-5D61-4230-E7F3-0FC32F1A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607854-EF08-4B2E-54AF-D4E4C97B9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1FF9F2-734C-2B6D-C626-E87B458F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D4E2A6-5881-15A6-2513-CD327EB9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BBDBF2-2014-A1F4-F208-D9F5C36B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09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BA1EB-A315-3925-B8CF-0B634C62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BB7CA1-66BF-EBBC-7C39-99D3296E3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402327-6BC7-D1BB-1993-9F39DD35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96C9DD-1C03-1C59-B40E-0B18E299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04B27-E4E5-1325-8058-545F0D0A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78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9443F-2F28-955A-21BA-F71BCEF3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33EA47-5729-21DE-2E2F-E8CA8138E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05A35C-3B9D-060D-4ABD-DF0F08B74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B5733E-3AC8-5F61-62F7-80585834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B60C50-0309-861D-F70F-C76E21D1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7A49A5-A271-25C8-7228-1AD8A8F9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69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3F5B1-B396-471C-BFA0-54A4AE88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D13BEA-E77F-EAB2-B867-719F2AC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BED50B-12BD-E769-4A87-495BE8119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0D3D54-F9D1-ECA9-100E-6F7B04F0B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8F9203-60D5-80D6-69C7-C01B67675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C702BA-4912-CD69-BC82-829CA508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FF86FF-AC8D-9964-6D3A-7B2CC033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0707DF-0950-981B-9373-81113F4A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99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D9424-A105-39B8-049E-62814200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76955D-4DC6-C295-21E7-C8C5C39A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80DFA5-2694-6E76-63D2-6123CEDA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DF98BC-7D1D-65B2-2A0D-EE8AA2DB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01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50CFD4-CF6F-2263-8043-3108AD0B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5F7B16-3E51-AE56-F140-0E46FA7A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227FF7-9F4B-736A-170F-2CFA3D78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0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5B078-6223-1C06-EA98-7262C771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486DC-F1E8-5E22-1CE8-7D40EFD7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F51DFD-226E-8573-3259-3ECA3DFA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4BE1D9-89CC-727A-6AB3-27138CD0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B8DE71-745E-A587-BB36-9EFD3CE5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7E34E1-EBF1-7729-1A24-580E3827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73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98FBC-68B8-CDA2-D16B-55A49106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0F0B5B-D134-054B-E729-FDDAD4235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77D94D-36B8-4C5C-E1F0-D8F93B661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DA20D8-3C81-2995-1303-E92AD08B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D1252B-C3BA-5B77-8C95-BF795B07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8F3F1C-0917-60B1-2551-83B76E8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57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89223-1ECD-423E-E552-FFB73658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3212F8-55E0-E718-E0C7-D68C61919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BB88F-06F6-A805-EEE8-526A8A0C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14416D-2ED5-0B5E-7518-CDC293AA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F85569-B10D-C91B-87EB-1DE02F4E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56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C42C3D-DAFB-3719-8739-3521F04FB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FC67B6-6A16-AAE6-D3F1-E58E979AC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ABBE9E-2C93-950A-8F9F-1CD90184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BDC59F-6173-03BA-A944-3C2396C3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4F874-082E-AE2F-1F42-60BF4324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19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A2751C-59B9-56B0-5A1B-26A076FC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8105D6-B53B-CA19-C0F1-C079F436F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A83B2B-C009-C106-CE05-3FC637692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0A7DB-F6B5-477F-935E-8A2D9A836F09}" type="datetimeFigureOut">
              <a:rPr lang="pt-BR" smtClean="0"/>
              <a:t>08/11/2024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D21EE-ABCD-BF0E-62CA-6218FA760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4E2B15-A5A0-4BAD-3833-4A3A7F015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D701E-E814-4039-9EBD-C054337B6C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82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A989568-9BE9-2511-0320-AF2B754A6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E8786EF-7350-F5DD-BEF9-8BF6739D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76" y="6057737"/>
            <a:ext cx="3502159" cy="43891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D652CF4-61A1-939E-7BAB-6A45AAB1B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073" y="1691900"/>
            <a:ext cx="6779853" cy="347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1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12B503A-6C96-B080-92EF-C66724923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76" y="6057737"/>
            <a:ext cx="3502159" cy="43891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BD27164-1EF1-0608-47A8-8DA3D15E4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409" y="971091"/>
            <a:ext cx="4639063" cy="237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3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86AEF7-2A07-D586-5257-EFC6DF47A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" y="0"/>
            <a:ext cx="12190308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348AC4-2767-AE91-BBB7-C89C667E5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032" y="2875529"/>
            <a:ext cx="3088319" cy="40824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528BD21-819D-85CC-AB52-027EEC55E8B3}"/>
              </a:ext>
            </a:extLst>
          </p:cNvPr>
          <p:cNvSpPr txBox="1"/>
          <p:nvPr/>
        </p:nvSpPr>
        <p:spPr>
          <a:xfrm>
            <a:off x="4905244" y="2617988"/>
            <a:ext cx="126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617729-FF0B-A4ED-599F-7F56478FAE8D}"/>
              </a:ext>
            </a:extLst>
          </p:cNvPr>
          <p:cNvSpPr txBox="1"/>
          <p:nvPr/>
        </p:nvSpPr>
        <p:spPr>
          <a:xfrm>
            <a:off x="6096000" y="2941153"/>
            <a:ext cx="4394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Venha tomar um café com a gente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9AFC51-3BC2-4976-11C1-00FF09E7A86C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E38774E-DEA1-7270-E17E-C43FE4B071A0}"/>
              </a:ext>
            </a:extLst>
          </p:cNvPr>
          <p:cNvSpPr txBox="1"/>
          <p:nvPr/>
        </p:nvSpPr>
        <p:spPr>
          <a:xfrm>
            <a:off x="5627837" y="2406109"/>
            <a:ext cx="4394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 dirty="0">
                <a:solidFill>
                  <a:schemeClr val="bg1"/>
                </a:solidFill>
                <a:latin typeface="Montserrat Medium" pitchFamily="2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08448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D9BC761-4124-B895-3C11-4601C4E94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" y="0"/>
            <a:ext cx="12190308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21744E-38BE-6943-F4C6-38C6A195BDD2}"/>
              </a:ext>
            </a:extLst>
          </p:cNvPr>
          <p:cNvSpPr txBox="1"/>
          <p:nvPr/>
        </p:nvSpPr>
        <p:spPr>
          <a:xfrm>
            <a:off x="4905244" y="2617988"/>
            <a:ext cx="126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1917C0-D2A5-5C9D-3755-33868B62131E}"/>
              </a:ext>
            </a:extLst>
          </p:cNvPr>
          <p:cNvSpPr txBox="1"/>
          <p:nvPr/>
        </p:nvSpPr>
        <p:spPr>
          <a:xfrm>
            <a:off x="6096000" y="2941153"/>
            <a:ext cx="4394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Venha tomar um café com a gente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0DA471-E2B6-6EFA-8369-F383AC865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51" y="2406109"/>
            <a:ext cx="2661478" cy="136382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D0F8D76-81F1-3CC5-41F6-A5596237AA71}"/>
              </a:ext>
            </a:extLst>
          </p:cNvPr>
          <p:cNvSpPr txBox="1"/>
          <p:nvPr/>
        </p:nvSpPr>
        <p:spPr>
          <a:xfrm>
            <a:off x="5627837" y="2406109"/>
            <a:ext cx="4394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 dirty="0">
                <a:solidFill>
                  <a:schemeClr val="bg1"/>
                </a:solidFill>
                <a:latin typeface="Montserrat Medium" pitchFamily="2" charset="0"/>
              </a:rPr>
              <a:t>|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07B6F1-0E07-5D0E-E871-C2797C3CD70D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</p:spTree>
    <p:extLst>
      <p:ext uri="{BB962C8B-B14F-4D97-AF65-F5344CB8AC3E}">
        <p14:creationId xmlns:p14="http://schemas.microsoft.com/office/powerpoint/2010/main" val="108607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47F474-FB41-E3C6-60F9-0E75138F9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CDF1FA3-67B8-E807-C775-833BFCE11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032" y="2875529"/>
            <a:ext cx="3088319" cy="40824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39E914F-2A09-F4A1-5960-1537FB3C4313}"/>
              </a:ext>
            </a:extLst>
          </p:cNvPr>
          <p:cNvSpPr txBox="1"/>
          <p:nvPr/>
        </p:nvSpPr>
        <p:spPr>
          <a:xfrm>
            <a:off x="4905244" y="2617988"/>
            <a:ext cx="126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Montserrat" pitchFamily="2" charset="0"/>
              </a:rPr>
              <a:t>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9A1A60-70C9-5E47-65FC-7AD970D53244}"/>
              </a:ext>
            </a:extLst>
          </p:cNvPr>
          <p:cNvSpPr txBox="1"/>
          <p:nvPr/>
        </p:nvSpPr>
        <p:spPr>
          <a:xfrm>
            <a:off x="6096000" y="2941153"/>
            <a:ext cx="4394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Venha tomar um café com a gente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0F52E9-B136-CD3E-E43D-DF2EB5DCA84C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7F6ACF-0CC5-4645-17D2-342B16BF8AF4}"/>
              </a:ext>
            </a:extLst>
          </p:cNvPr>
          <p:cNvSpPr txBox="1"/>
          <p:nvPr/>
        </p:nvSpPr>
        <p:spPr>
          <a:xfrm>
            <a:off x="5627837" y="2406109"/>
            <a:ext cx="4394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 dirty="0">
                <a:solidFill>
                  <a:schemeClr val="bg1"/>
                </a:solidFill>
                <a:latin typeface="Montserrat Medium" pitchFamily="2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27195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EC06CC9-CDA1-06FA-91EC-3E8DF1630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" y="0"/>
            <a:ext cx="12190308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AD9FBBC-6857-AE84-1773-7F63077D01E0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4A1D4C7-CF8C-1745-F9A4-74B0200B5C2F}"/>
              </a:ext>
            </a:extLst>
          </p:cNvPr>
          <p:cNvSpPr txBox="1"/>
          <p:nvPr/>
        </p:nvSpPr>
        <p:spPr>
          <a:xfrm>
            <a:off x="1744697" y="2186426"/>
            <a:ext cx="222300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6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4466F4-B1FB-90BC-AB1B-D346E739B3E1}"/>
              </a:ext>
            </a:extLst>
          </p:cNvPr>
          <p:cNvSpPr txBox="1"/>
          <p:nvPr/>
        </p:nvSpPr>
        <p:spPr>
          <a:xfrm>
            <a:off x="3892161" y="2578539"/>
            <a:ext cx="439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ontserrat Medium" pitchFamily="2" charset="0"/>
              </a:rPr>
              <a:t>Venha tomar um café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FD6B77-DA18-4732-D160-3CDD5D1AAB95}"/>
              </a:ext>
            </a:extLst>
          </p:cNvPr>
          <p:cNvSpPr txBox="1"/>
          <p:nvPr/>
        </p:nvSpPr>
        <p:spPr>
          <a:xfrm>
            <a:off x="4150581" y="2578539"/>
            <a:ext cx="669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>
                <a:solidFill>
                  <a:schemeClr val="bg1"/>
                </a:solidFill>
                <a:latin typeface="Montserrat Medium" pitchFamily="2" charset="0"/>
              </a:rPr>
              <a:t>com a gente.</a:t>
            </a:r>
          </a:p>
        </p:txBody>
      </p:sp>
    </p:spTree>
    <p:extLst>
      <p:ext uri="{BB962C8B-B14F-4D97-AF65-F5344CB8AC3E}">
        <p14:creationId xmlns:p14="http://schemas.microsoft.com/office/powerpoint/2010/main" val="136344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C051F72-12A4-C4A1-0C56-3757C7B2B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" y="0"/>
            <a:ext cx="12190308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5CE63B7-AB89-C033-FC05-75A998E39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7" y="2348709"/>
            <a:ext cx="2661478" cy="136382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1D92B1B-1338-3D51-FF68-C4DF0916DDCD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4466F4-B1FB-90BC-AB1B-D346E739B3E1}"/>
              </a:ext>
            </a:extLst>
          </p:cNvPr>
          <p:cNvSpPr txBox="1"/>
          <p:nvPr/>
        </p:nvSpPr>
        <p:spPr>
          <a:xfrm>
            <a:off x="5307493" y="2578539"/>
            <a:ext cx="439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ontserrat Medium" pitchFamily="2" charset="0"/>
              </a:rPr>
              <a:t>Venha tomar um café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FD6B77-DA18-4732-D160-3CDD5D1AAB95}"/>
              </a:ext>
            </a:extLst>
          </p:cNvPr>
          <p:cNvSpPr txBox="1"/>
          <p:nvPr/>
        </p:nvSpPr>
        <p:spPr>
          <a:xfrm>
            <a:off x="4650776" y="2430454"/>
            <a:ext cx="669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 dirty="0">
                <a:solidFill>
                  <a:schemeClr val="bg1"/>
                </a:solidFill>
                <a:latin typeface="Montserrat Medium" pitchFamily="2" charset="0"/>
              </a:rPr>
              <a:t>com a gente.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67DE7D7-F797-0494-1D66-FB8D9237E1C1}"/>
              </a:ext>
            </a:extLst>
          </p:cNvPr>
          <p:cNvCxnSpPr/>
          <p:nvPr/>
        </p:nvCxnSpPr>
        <p:spPr>
          <a:xfrm>
            <a:off x="4174435" y="2345635"/>
            <a:ext cx="0" cy="20991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4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23D9885-4F94-6A78-A628-86340C7F9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4466F4-B1FB-90BC-AB1B-D346E739B3E1}"/>
              </a:ext>
            </a:extLst>
          </p:cNvPr>
          <p:cNvSpPr txBox="1"/>
          <p:nvPr/>
        </p:nvSpPr>
        <p:spPr>
          <a:xfrm>
            <a:off x="5307493" y="2578539"/>
            <a:ext cx="439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ontserrat Medium" pitchFamily="2" charset="0"/>
              </a:rPr>
              <a:t>Venha tomar um café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FD6B77-DA18-4732-D160-3CDD5D1AAB95}"/>
              </a:ext>
            </a:extLst>
          </p:cNvPr>
          <p:cNvSpPr txBox="1"/>
          <p:nvPr/>
        </p:nvSpPr>
        <p:spPr>
          <a:xfrm>
            <a:off x="4604734" y="2578539"/>
            <a:ext cx="669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i="1">
                <a:solidFill>
                  <a:schemeClr val="bg1"/>
                </a:solidFill>
                <a:latin typeface="Montserrat Medium" pitchFamily="2" charset="0"/>
              </a:rPr>
              <a:t>com a gente.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67DE7D7-F797-0494-1D66-FB8D9237E1C1}"/>
              </a:ext>
            </a:extLst>
          </p:cNvPr>
          <p:cNvCxnSpPr/>
          <p:nvPr/>
        </p:nvCxnSpPr>
        <p:spPr>
          <a:xfrm>
            <a:off x="4174435" y="2345635"/>
            <a:ext cx="0" cy="20991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187A07EB-00A3-DA89-431E-46263A7C9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08" y="2496792"/>
            <a:ext cx="2661478" cy="136382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6F5760-567E-BE00-0458-1015D017EFFE}"/>
              </a:ext>
            </a:extLst>
          </p:cNvPr>
          <p:cNvSpPr txBox="1"/>
          <p:nvPr/>
        </p:nvSpPr>
        <p:spPr>
          <a:xfrm>
            <a:off x="8000265" y="6020805"/>
            <a:ext cx="2490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www.</a:t>
            </a:r>
            <a:r>
              <a:rPr lang="pt-BR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ValandroGestao</a:t>
            </a:r>
            <a:r>
              <a:rPr lang="pt-BR" sz="1200" i="1" dirty="0">
                <a:solidFill>
                  <a:schemeClr val="bg1"/>
                </a:solidFill>
                <a:latin typeface="Montserrat Medium" pitchFamily="2" charset="0"/>
              </a:rPr>
              <a:t>.com.br</a:t>
            </a:r>
          </a:p>
        </p:txBody>
      </p:sp>
    </p:spTree>
    <p:extLst>
      <p:ext uri="{BB962C8B-B14F-4D97-AF65-F5344CB8AC3E}">
        <p14:creationId xmlns:p14="http://schemas.microsoft.com/office/powerpoint/2010/main" val="375043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02CE719-B95F-7B3A-45BA-FFF708B8D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74462B-0E68-DD1B-8D51-E62AD1352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5144"/>
            <a:ext cx="6047244" cy="372771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B69BA4-BB98-F26F-54B4-665BE2AF5581}"/>
              </a:ext>
            </a:extLst>
          </p:cNvPr>
          <p:cNvSpPr txBox="1"/>
          <p:nvPr/>
        </p:nvSpPr>
        <p:spPr>
          <a:xfrm>
            <a:off x="675063" y="2261233"/>
            <a:ext cx="41426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>
                <a:solidFill>
                  <a:schemeClr val="bg1"/>
                </a:solidFill>
                <a:latin typeface="Montserrat" pitchFamily="2" charset="0"/>
              </a:rPr>
              <a:t>Título da</a:t>
            </a:r>
            <a:endParaRPr lang="pt-BR" sz="36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B6701B-3C51-1205-732E-31FD92B850FD}"/>
              </a:ext>
            </a:extLst>
          </p:cNvPr>
          <p:cNvSpPr txBox="1"/>
          <p:nvPr/>
        </p:nvSpPr>
        <p:spPr>
          <a:xfrm>
            <a:off x="875437" y="3061175"/>
            <a:ext cx="4296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B7CFD9-B290-F3EA-9227-4A760311FDAD}"/>
              </a:ext>
            </a:extLst>
          </p:cNvPr>
          <p:cNvSpPr txBox="1"/>
          <p:nvPr/>
        </p:nvSpPr>
        <p:spPr>
          <a:xfrm>
            <a:off x="1696668" y="3645950"/>
            <a:ext cx="2256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err="1">
                <a:solidFill>
                  <a:schemeClr val="bg1"/>
                </a:solidFill>
                <a:latin typeface="Montserrat Medium" pitchFamily="2" charset="0"/>
              </a:rPr>
              <a:t>Valandro</a:t>
            </a:r>
            <a:r>
              <a:rPr lang="pt-BR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2FFACE-5E8F-159A-39BC-8E6896172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178" y="1116091"/>
            <a:ext cx="6845822" cy="45811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918EF8D-B44C-4D91-222C-FDADBF3AE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76" y="6057737"/>
            <a:ext cx="3502159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45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02CE719-B95F-7B3A-45BA-FFF708B8D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B69BA4-BB98-F26F-54B4-665BE2AF5581}"/>
              </a:ext>
            </a:extLst>
          </p:cNvPr>
          <p:cNvSpPr txBox="1"/>
          <p:nvPr/>
        </p:nvSpPr>
        <p:spPr>
          <a:xfrm>
            <a:off x="1541755" y="2380503"/>
            <a:ext cx="41426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Título da</a:t>
            </a:r>
            <a:endParaRPr lang="pt-BR" sz="3600" b="1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B6701B-3C51-1205-732E-31FD92B850FD}"/>
              </a:ext>
            </a:extLst>
          </p:cNvPr>
          <p:cNvSpPr txBox="1"/>
          <p:nvPr/>
        </p:nvSpPr>
        <p:spPr>
          <a:xfrm>
            <a:off x="1966608" y="3170796"/>
            <a:ext cx="4296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B7CFD9-B290-F3EA-9227-4A760311FDAD}"/>
              </a:ext>
            </a:extLst>
          </p:cNvPr>
          <p:cNvSpPr txBox="1"/>
          <p:nvPr/>
        </p:nvSpPr>
        <p:spPr>
          <a:xfrm>
            <a:off x="2461055" y="4090018"/>
            <a:ext cx="4394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possamos entender em qual estágio da jornada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você e sua empresa se encontram e assim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possamos contribuir com o seu sucesso.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2FFACE-5E8F-159A-39BC-8E6896172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783" y="1617887"/>
            <a:ext cx="5234217" cy="350268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918EF8D-B44C-4D91-222C-FDADBF3AE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76" y="6057737"/>
            <a:ext cx="3502159" cy="43891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31513D3-E0FE-BE1A-1231-7A0E4B9F9858}"/>
              </a:ext>
            </a:extLst>
          </p:cNvPr>
          <p:cNvSpPr txBox="1"/>
          <p:nvPr/>
        </p:nvSpPr>
        <p:spPr>
          <a:xfrm>
            <a:off x="1063330" y="2288170"/>
            <a:ext cx="649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>
                <a:solidFill>
                  <a:srgbClr val="00B0F0"/>
                </a:solidFill>
                <a:latin typeface="Montserrat" pitchFamily="2" charset="0"/>
              </a:rPr>
              <a:t>“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516DA4-0916-6B86-7AC4-D63BA76899D0}"/>
              </a:ext>
            </a:extLst>
          </p:cNvPr>
          <p:cNvSpPr txBox="1"/>
          <p:nvPr/>
        </p:nvSpPr>
        <p:spPr>
          <a:xfrm>
            <a:off x="6103802" y="3021015"/>
            <a:ext cx="649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>
                <a:solidFill>
                  <a:srgbClr val="00B0F0"/>
                </a:solidFill>
                <a:latin typeface="Montserrat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184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519" y="-85952"/>
            <a:ext cx="12462074" cy="700096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42951-75DD-D732-0102-9EB1D9087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232677"/>
            <a:ext cx="2352135" cy="29478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FC075D-2F53-D54A-B7E2-0513FD46AC89}"/>
              </a:ext>
            </a:extLst>
          </p:cNvPr>
          <p:cNvSpPr txBox="1"/>
          <p:nvPr/>
        </p:nvSpPr>
        <p:spPr>
          <a:xfrm>
            <a:off x="2166857" y="2612715"/>
            <a:ext cx="830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Venha tomar um café com a gente para que possamos entender em qual estágio da jornada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você e sua empresa se encontram e assim possamos contribuir com o seu sucesso.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E5B0E2-3C51-CC0F-3CF8-4876E6C8BD87}"/>
              </a:ext>
            </a:extLst>
          </p:cNvPr>
          <p:cNvSpPr txBox="1"/>
          <p:nvPr/>
        </p:nvSpPr>
        <p:spPr>
          <a:xfrm>
            <a:off x="2166857" y="1314319"/>
            <a:ext cx="4142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Título</a:t>
            </a:r>
            <a:endParaRPr lang="pt-BR" sz="2800" b="1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1545189" y="1929873"/>
            <a:ext cx="4296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760264-E114-86FB-D51F-010DFFC92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073190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26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04E785A8-5C9C-6579-83FC-37BB7EF68578}"/>
              </a:ext>
            </a:extLst>
          </p:cNvPr>
          <p:cNvSpPr txBox="1"/>
          <p:nvPr/>
        </p:nvSpPr>
        <p:spPr>
          <a:xfrm>
            <a:off x="1035219" y="1358110"/>
            <a:ext cx="91813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b="1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1975407" y="2035218"/>
            <a:ext cx="4296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3" name="Paralelogramo 2">
            <a:extLst>
              <a:ext uri="{FF2B5EF4-FFF2-40B4-BE49-F238E27FC236}">
                <a16:creationId xmlns:a16="http://schemas.microsoft.com/office/drawing/2014/main" id="{3E8BCD0C-D94F-E609-FCBA-2A075AFB3D3A}"/>
              </a:ext>
            </a:extLst>
          </p:cNvPr>
          <p:cNvSpPr/>
          <p:nvPr/>
        </p:nvSpPr>
        <p:spPr>
          <a:xfrm>
            <a:off x="2273181" y="3197076"/>
            <a:ext cx="2068083" cy="2210552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75E41983-AB0B-4209-08E4-5A14B2E02456}"/>
              </a:ext>
            </a:extLst>
          </p:cNvPr>
          <p:cNvSpPr/>
          <p:nvPr/>
        </p:nvSpPr>
        <p:spPr>
          <a:xfrm>
            <a:off x="3895458" y="3197076"/>
            <a:ext cx="2068083" cy="2210552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AA1186A5-C309-7813-DB1A-725EDE34E1DE}"/>
              </a:ext>
            </a:extLst>
          </p:cNvPr>
          <p:cNvSpPr/>
          <p:nvPr/>
        </p:nvSpPr>
        <p:spPr>
          <a:xfrm>
            <a:off x="5517735" y="3197076"/>
            <a:ext cx="2068083" cy="2210552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58FE9DCD-2853-D4C8-E8A4-61A26AB1B999}"/>
              </a:ext>
            </a:extLst>
          </p:cNvPr>
          <p:cNvSpPr/>
          <p:nvPr/>
        </p:nvSpPr>
        <p:spPr>
          <a:xfrm>
            <a:off x="7140012" y="3197076"/>
            <a:ext cx="2068083" cy="2210552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3250F23-DE55-15FC-02A5-2FAB2818E84F}"/>
              </a:ext>
            </a:extLst>
          </p:cNvPr>
          <p:cNvSpPr/>
          <p:nvPr/>
        </p:nvSpPr>
        <p:spPr>
          <a:xfrm>
            <a:off x="2418885" y="2803282"/>
            <a:ext cx="715617" cy="71561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FE0DC7-4E02-DAF9-1FD0-71045789C446}"/>
              </a:ext>
            </a:extLst>
          </p:cNvPr>
          <p:cNvSpPr txBox="1"/>
          <p:nvPr/>
        </p:nvSpPr>
        <p:spPr>
          <a:xfrm>
            <a:off x="2478646" y="2899480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F9BB78F-A230-335A-71D6-3DE77E7F76E8}"/>
              </a:ext>
            </a:extLst>
          </p:cNvPr>
          <p:cNvSpPr/>
          <p:nvPr/>
        </p:nvSpPr>
        <p:spPr>
          <a:xfrm>
            <a:off x="4063831" y="2803282"/>
            <a:ext cx="715617" cy="71561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9685FA-DE87-F563-4382-DBEBAC88217D}"/>
              </a:ext>
            </a:extLst>
          </p:cNvPr>
          <p:cNvSpPr txBox="1"/>
          <p:nvPr/>
        </p:nvSpPr>
        <p:spPr>
          <a:xfrm>
            <a:off x="4123592" y="2899480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015BEFA-0039-C188-3AEC-F8FDB3D63413}"/>
              </a:ext>
            </a:extLst>
          </p:cNvPr>
          <p:cNvSpPr/>
          <p:nvPr/>
        </p:nvSpPr>
        <p:spPr>
          <a:xfrm>
            <a:off x="5704297" y="2839267"/>
            <a:ext cx="715617" cy="71561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CBE950-8E49-4E87-18F8-21959A1ECA9D}"/>
              </a:ext>
            </a:extLst>
          </p:cNvPr>
          <p:cNvSpPr txBox="1"/>
          <p:nvPr/>
        </p:nvSpPr>
        <p:spPr>
          <a:xfrm>
            <a:off x="5764058" y="2935465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AEFEB85-3875-0F12-95C9-26E2A7428601}"/>
              </a:ext>
            </a:extLst>
          </p:cNvPr>
          <p:cNvSpPr/>
          <p:nvPr/>
        </p:nvSpPr>
        <p:spPr>
          <a:xfrm>
            <a:off x="7287770" y="2839267"/>
            <a:ext cx="715617" cy="71561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6718C64-7959-9075-6B92-59A18768EA1E}"/>
              </a:ext>
            </a:extLst>
          </p:cNvPr>
          <p:cNvSpPr txBox="1"/>
          <p:nvPr/>
        </p:nvSpPr>
        <p:spPr>
          <a:xfrm>
            <a:off x="7347531" y="2935465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FC075D-2F53-D54A-B7E2-0513FD46AC89}"/>
              </a:ext>
            </a:extLst>
          </p:cNvPr>
          <p:cNvSpPr txBox="1"/>
          <p:nvPr/>
        </p:nvSpPr>
        <p:spPr>
          <a:xfrm>
            <a:off x="2776693" y="3874185"/>
            <a:ext cx="128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um café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com 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gente.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43E9B57-A4C3-6EAF-9CFC-B8999E3130DA}"/>
              </a:ext>
            </a:extLst>
          </p:cNvPr>
          <p:cNvSpPr txBox="1"/>
          <p:nvPr/>
        </p:nvSpPr>
        <p:spPr>
          <a:xfrm>
            <a:off x="4362134" y="3874184"/>
            <a:ext cx="128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um café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com 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gente.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97670A2-9F26-11E2-9701-FB1922A19EC6}"/>
              </a:ext>
            </a:extLst>
          </p:cNvPr>
          <p:cNvSpPr txBox="1"/>
          <p:nvPr/>
        </p:nvSpPr>
        <p:spPr>
          <a:xfrm>
            <a:off x="6058259" y="3889887"/>
            <a:ext cx="128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um café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com 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gente.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7EBF261-52E8-9401-E7C6-7F1C1DE693C8}"/>
              </a:ext>
            </a:extLst>
          </p:cNvPr>
          <p:cNvSpPr txBox="1"/>
          <p:nvPr/>
        </p:nvSpPr>
        <p:spPr>
          <a:xfrm>
            <a:off x="7645578" y="3918213"/>
            <a:ext cx="128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um café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com 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gente.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2FC7073-FA57-63F3-558E-24E39A56B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384698"/>
            <a:ext cx="2352135" cy="29478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A0D9532-2A94-D57F-1092-882AB3FC5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121418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2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79A5C6F-F89B-6255-B170-A2CD698F1453}"/>
              </a:ext>
            </a:extLst>
          </p:cNvPr>
          <p:cNvGrpSpPr/>
          <p:nvPr/>
        </p:nvGrpSpPr>
        <p:grpSpPr>
          <a:xfrm>
            <a:off x="2558568" y="3090189"/>
            <a:ext cx="1897167" cy="752742"/>
            <a:chOff x="2324456" y="2922662"/>
            <a:chExt cx="1897167" cy="752742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49DE831C-2662-84D8-DE66-D268095BBF0B}"/>
                </a:ext>
              </a:extLst>
            </p:cNvPr>
            <p:cNvSpPr/>
            <p:nvPr/>
          </p:nvSpPr>
          <p:spPr>
            <a:xfrm>
              <a:off x="2476856" y="2922662"/>
              <a:ext cx="1565305" cy="75274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A2347F34-0231-1146-D00D-6CDE494AFE1D}"/>
                </a:ext>
              </a:extLst>
            </p:cNvPr>
            <p:cNvSpPr/>
            <p:nvPr/>
          </p:nvSpPr>
          <p:spPr>
            <a:xfrm>
              <a:off x="2324456" y="3095714"/>
              <a:ext cx="1897167" cy="42729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69FE420-9BEA-0FE2-D746-B24ED969821E}"/>
                </a:ext>
              </a:extLst>
            </p:cNvPr>
            <p:cNvSpPr txBox="1"/>
            <p:nvPr/>
          </p:nvSpPr>
          <p:spPr>
            <a:xfrm>
              <a:off x="2566587" y="3124693"/>
              <a:ext cx="156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i="1" err="1">
                  <a:solidFill>
                    <a:schemeClr val="bg1"/>
                  </a:solidFill>
                  <a:latin typeface="Montserrat Medium" pitchFamily="2" charset="0"/>
                </a:rPr>
                <a:t>Valandro</a:t>
              </a:r>
              <a:endParaRPr lang="pt-BR" i="1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B1C9648-E5DE-1E45-FD0B-D1697962F63F}"/>
              </a:ext>
            </a:extLst>
          </p:cNvPr>
          <p:cNvGrpSpPr/>
          <p:nvPr/>
        </p:nvGrpSpPr>
        <p:grpSpPr>
          <a:xfrm>
            <a:off x="4997865" y="3146633"/>
            <a:ext cx="1897167" cy="752742"/>
            <a:chOff x="2324456" y="2922662"/>
            <a:chExt cx="1897167" cy="752742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C2ED9C2-9608-77A0-FFA4-4058DA01C24D}"/>
                </a:ext>
              </a:extLst>
            </p:cNvPr>
            <p:cNvSpPr/>
            <p:nvPr/>
          </p:nvSpPr>
          <p:spPr>
            <a:xfrm>
              <a:off x="2476856" y="2922662"/>
              <a:ext cx="1565305" cy="75274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B445FB39-2BF2-BE66-D089-46D8BDEBA455}"/>
                </a:ext>
              </a:extLst>
            </p:cNvPr>
            <p:cNvSpPr/>
            <p:nvPr/>
          </p:nvSpPr>
          <p:spPr>
            <a:xfrm>
              <a:off x="2324456" y="3095714"/>
              <a:ext cx="1897167" cy="42729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A99672E-25E8-9C51-62F1-CBFBDD29DC34}"/>
                </a:ext>
              </a:extLst>
            </p:cNvPr>
            <p:cNvSpPr txBox="1"/>
            <p:nvPr/>
          </p:nvSpPr>
          <p:spPr>
            <a:xfrm>
              <a:off x="2566587" y="3124693"/>
              <a:ext cx="156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i="1" err="1">
                  <a:solidFill>
                    <a:schemeClr val="bg1"/>
                  </a:solidFill>
                  <a:latin typeface="Montserrat Medium" pitchFamily="2" charset="0"/>
                </a:rPr>
                <a:t>Valandro</a:t>
              </a:r>
              <a:endParaRPr lang="pt-BR" i="1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F9FB22F-11B2-45A8-E9CB-6561433FCC30}"/>
              </a:ext>
            </a:extLst>
          </p:cNvPr>
          <p:cNvGrpSpPr/>
          <p:nvPr/>
        </p:nvGrpSpPr>
        <p:grpSpPr>
          <a:xfrm>
            <a:off x="7380717" y="3146633"/>
            <a:ext cx="1897167" cy="752742"/>
            <a:chOff x="2324456" y="2922662"/>
            <a:chExt cx="1897167" cy="752742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2A4F512A-8B87-F48F-B646-E7CA41D83A47}"/>
                </a:ext>
              </a:extLst>
            </p:cNvPr>
            <p:cNvSpPr/>
            <p:nvPr/>
          </p:nvSpPr>
          <p:spPr>
            <a:xfrm>
              <a:off x="2476856" y="2922662"/>
              <a:ext cx="1565305" cy="75274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A50DBF6-FC72-23BB-88B1-96167B93931B}"/>
                </a:ext>
              </a:extLst>
            </p:cNvPr>
            <p:cNvSpPr/>
            <p:nvPr/>
          </p:nvSpPr>
          <p:spPr>
            <a:xfrm>
              <a:off x="2324456" y="3095714"/>
              <a:ext cx="1897167" cy="42729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EACEF826-11DD-A5EA-BD74-405CECFF6BE6}"/>
                </a:ext>
              </a:extLst>
            </p:cNvPr>
            <p:cNvSpPr txBox="1"/>
            <p:nvPr/>
          </p:nvSpPr>
          <p:spPr>
            <a:xfrm>
              <a:off x="2566587" y="3124693"/>
              <a:ext cx="156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i="1" err="1">
                  <a:solidFill>
                    <a:schemeClr val="bg1"/>
                  </a:solidFill>
                  <a:latin typeface="Montserrat Medium" pitchFamily="2" charset="0"/>
                </a:rPr>
                <a:t>Valandro</a:t>
              </a:r>
              <a:endParaRPr lang="pt-BR" i="1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E2164E2-B99B-6BCF-FD01-4388060B1F06}"/>
              </a:ext>
            </a:extLst>
          </p:cNvPr>
          <p:cNvSpPr txBox="1"/>
          <p:nvPr/>
        </p:nvSpPr>
        <p:spPr>
          <a:xfrm>
            <a:off x="2166857" y="2406570"/>
            <a:ext cx="830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Venha tomar um café com a gente para que possamos entender em qual estágio da jornada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você e sua empresa se encontram e assim possamos contribuir com o seu sucesso.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C9565C-04DA-9AC1-F7A5-7745243305CE}"/>
              </a:ext>
            </a:extLst>
          </p:cNvPr>
          <p:cNvSpPr txBox="1"/>
          <p:nvPr/>
        </p:nvSpPr>
        <p:spPr>
          <a:xfrm>
            <a:off x="1545189" y="1723728"/>
            <a:ext cx="4296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8843FF6-C914-BD5B-1E4B-4EE58EEF6DFF}"/>
              </a:ext>
            </a:extLst>
          </p:cNvPr>
          <p:cNvSpPr txBox="1"/>
          <p:nvPr/>
        </p:nvSpPr>
        <p:spPr>
          <a:xfrm>
            <a:off x="2166857" y="4151671"/>
            <a:ext cx="830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Venha tomar um café com a gente para que possamos entender em qual estágio da jornada </a:t>
            </a:r>
          </a:p>
          <a:p>
            <a:r>
              <a:rPr lang="pt-BR" sz="1200" i="1">
                <a:solidFill>
                  <a:schemeClr val="tx1">
                    <a:lumMod val="65000"/>
                    <a:lumOff val="35000"/>
                  </a:schemeClr>
                </a:solidFill>
                <a:latin typeface="Montserrat Medium" pitchFamily="2" charset="0"/>
              </a:rPr>
              <a:t>você e sua empresa se encontram e assim possamos contribuir com o seu sucesso.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F22793-5707-A429-C247-A6CBF2D74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280905"/>
            <a:ext cx="2352135" cy="2947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D5FE64-E5A7-5D22-B57A-23836AF30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121418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7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42951-75DD-D732-0102-9EB1D9087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76" y="6057737"/>
            <a:ext cx="3502159" cy="4389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566E9E-5551-6F7E-7DD1-B1256248E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321"/>
            <a:ext cx="12192000" cy="3491358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E4A37219-96EA-0929-4958-29E59D21446D}"/>
              </a:ext>
            </a:extLst>
          </p:cNvPr>
          <p:cNvSpPr/>
          <p:nvPr/>
        </p:nvSpPr>
        <p:spPr>
          <a:xfrm>
            <a:off x="4269850" y="2138902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943B14-3D41-EFC3-1F0C-9193EAAF69B1}"/>
              </a:ext>
            </a:extLst>
          </p:cNvPr>
          <p:cNvSpPr txBox="1"/>
          <p:nvPr/>
        </p:nvSpPr>
        <p:spPr>
          <a:xfrm>
            <a:off x="4329611" y="2235100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2D9EAFE-5405-BE85-A88A-9A5041382AE2}"/>
              </a:ext>
            </a:extLst>
          </p:cNvPr>
          <p:cNvSpPr/>
          <p:nvPr/>
        </p:nvSpPr>
        <p:spPr>
          <a:xfrm>
            <a:off x="4285752" y="3028056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2ED3334-97DE-034F-D807-7C0447078FDA}"/>
              </a:ext>
            </a:extLst>
          </p:cNvPr>
          <p:cNvSpPr txBox="1"/>
          <p:nvPr/>
        </p:nvSpPr>
        <p:spPr>
          <a:xfrm>
            <a:off x="4345513" y="3124254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02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9BEC220-F58C-B641-1682-B8B65AA739C2}"/>
              </a:ext>
            </a:extLst>
          </p:cNvPr>
          <p:cNvSpPr/>
          <p:nvPr/>
        </p:nvSpPr>
        <p:spPr>
          <a:xfrm>
            <a:off x="4293703" y="3917210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B0E581F-AF15-F2B2-062C-708AB35C94C5}"/>
              </a:ext>
            </a:extLst>
          </p:cNvPr>
          <p:cNvSpPr txBox="1"/>
          <p:nvPr/>
        </p:nvSpPr>
        <p:spPr>
          <a:xfrm>
            <a:off x="4353464" y="4013408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03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A6A8398-9C6A-7BB4-F2DE-A9A0BED66F92}"/>
              </a:ext>
            </a:extLst>
          </p:cNvPr>
          <p:cNvSpPr txBox="1"/>
          <p:nvPr/>
        </p:nvSpPr>
        <p:spPr>
          <a:xfrm>
            <a:off x="5116789" y="2293257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0307141-1A7E-7010-3240-E1D792D0BB32}"/>
              </a:ext>
            </a:extLst>
          </p:cNvPr>
          <p:cNvSpPr txBox="1"/>
          <p:nvPr/>
        </p:nvSpPr>
        <p:spPr>
          <a:xfrm>
            <a:off x="5116788" y="3134025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3E2308-03A7-E18B-9F68-BC86E4229B1B}"/>
              </a:ext>
            </a:extLst>
          </p:cNvPr>
          <p:cNvSpPr txBox="1"/>
          <p:nvPr/>
        </p:nvSpPr>
        <p:spPr>
          <a:xfrm>
            <a:off x="5124740" y="4012907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3F9259F-51C9-5769-0AA5-D9946C9B46B5}"/>
              </a:ext>
            </a:extLst>
          </p:cNvPr>
          <p:cNvSpPr txBox="1"/>
          <p:nvPr/>
        </p:nvSpPr>
        <p:spPr>
          <a:xfrm>
            <a:off x="331289" y="2540775"/>
            <a:ext cx="365677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Apresentação</a:t>
            </a:r>
          </a:p>
          <a:p>
            <a:r>
              <a:rPr lang="pt-BR" sz="5400" b="1" err="1">
                <a:solidFill>
                  <a:schemeClr val="bg1"/>
                </a:solidFill>
                <a:latin typeface="Montserrat" pitchFamily="2" charset="0"/>
              </a:rPr>
              <a:t>Valandro</a:t>
            </a:r>
            <a:r>
              <a:rPr lang="pt-BR" sz="5400" b="1">
                <a:solidFill>
                  <a:schemeClr val="bg1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729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4"/>
            <a:ext cx="12192000" cy="68562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566E9E-5551-6F7E-7DD1-B1256248E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321"/>
            <a:ext cx="12192000" cy="3491358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E4A37219-96EA-0929-4958-29E59D21446D}"/>
              </a:ext>
            </a:extLst>
          </p:cNvPr>
          <p:cNvSpPr/>
          <p:nvPr/>
        </p:nvSpPr>
        <p:spPr>
          <a:xfrm>
            <a:off x="4269850" y="2138902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943B14-3D41-EFC3-1F0C-9193EAAF69B1}"/>
              </a:ext>
            </a:extLst>
          </p:cNvPr>
          <p:cNvSpPr txBox="1"/>
          <p:nvPr/>
        </p:nvSpPr>
        <p:spPr>
          <a:xfrm>
            <a:off x="4329611" y="2235100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2D9EAFE-5405-BE85-A88A-9A5041382AE2}"/>
              </a:ext>
            </a:extLst>
          </p:cNvPr>
          <p:cNvSpPr/>
          <p:nvPr/>
        </p:nvSpPr>
        <p:spPr>
          <a:xfrm>
            <a:off x="4285752" y="3028056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2ED3334-97DE-034F-D807-7C0447078FDA}"/>
              </a:ext>
            </a:extLst>
          </p:cNvPr>
          <p:cNvSpPr txBox="1"/>
          <p:nvPr/>
        </p:nvSpPr>
        <p:spPr>
          <a:xfrm>
            <a:off x="4345513" y="3124254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02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9BEC220-F58C-B641-1682-B8B65AA739C2}"/>
              </a:ext>
            </a:extLst>
          </p:cNvPr>
          <p:cNvSpPr/>
          <p:nvPr/>
        </p:nvSpPr>
        <p:spPr>
          <a:xfrm>
            <a:off x="4293703" y="3917210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B0E581F-AF15-F2B2-062C-708AB35C94C5}"/>
              </a:ext>
            </a:extLst>
          </p:cNvPr>
          <p:cNvSpPr txBox="1"/>
          <p:nvPr/>
        </p:nvSpPr>
        <p:spPr>
          <a:xfrm>
            <a:off x="4353464" y="4013408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03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A6A8398-9C6A-7BB4-F2DE-A9A0BED66F92}"/>
              </a:ext>
            </a:extLst>
          </p:cNvPr>
          <p:cNvSpPr txBox="1"/>
          <p:nvPr/>
        </p:nvSpPr>
        <p:spPr>
          <a:xfrm>
            <a:off x="5116789" y="2293257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0307141-1A7E-7010-3240-E1D792D0BB32}"/>
              </a:ext>
            </a:extLst>
          </p:cNvPr>
          <p:cNvSpPr txBox="1"/>
          <p:nvPr/>
        </p:nvSpPr>
        <p:spPr>
          <a:xfrm>
            <a:off x="5116788" y="3134025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3E2308-03A7-E18B-9F68-BC86E4229B1B}"/>
              </a:ext>
            </a:extLst>
          </p:cNvPr>
          <p:cNvSpPr txBox="1"/>
          <p:nvPr/>
        </p:nvSpPr>
        <p:spPr>
          <a:xfrm>
            <a:off x="5124740" y="4012907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3F9259F-51C9-5769-0AA5-D9946C9B46B5}"/>
              </a:ext>
            </a:extLst>
          </p:cNvPr>
          <p:cNvSpPr txBox="1"/>
          <p:nvPr/>
        </p:nvSpPr>
        <p:spPr>
          <a:xfrm>
            <a:off x="331289" y="2540775"/>
            <a:ext cx="365677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Apresentação</a:t>
            </a:r>
          </a:p>
          <a:p>
            <a:r>
              <a:rPr lang="pt-BR" sz="5400" b="1" err="1">
                <a:solidFill>
                  <a:schemeClr val="bg1"/>
                </a:solidFill>
                <a:latin typeface="Montserrat" pitchFamily="2" charset="0"/>
              </a:rPr>
              <a:t>Valandro</a:t>
            </a:r>
            <a:r>
              <a:rPr lang="pt-BR" sz="5400" b="1">
                <a:solidFill>
                  <a:schemeClr val="bg1"/>
                </a:solidFill>
                <a:latin typeface="Montserrat" pitchFamily="2" charset="0"/>
              </a:rPr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0D0299E-2648-5E1D-F037-3E06F0199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05" y="331624"/>
            <a:ext cx="2352135" cy="2947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FAAB7BC-6D65-B254-7449-80685A0F4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121418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44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5F1F834-6977-6EE4-860F-856363586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12192000" cy="475797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FC075D-2F53-D54A-B7E2-0513FD46AC89}"/>
              </a:ext>
            </a:extLst>
          </p:cNvPr>
          <p:cNvSpPr txBox="1"/>
          <p:nvPr/>
        </p:nvSpPr>
        <p:spPr>
          <a:xfrm>
            <a:off x="2166857" y="3215197"/>
            <a:ext cx="830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você e sua empresa se encontram e assim possamos contribuir com o seu sucesso.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E5B0E2-3C51-CC0F-3CF8-4876E6C8BD87}"/>
              </a:ext>
            </a:extLst>
          </p:cNvPr>
          <p:cNvSpPr txBox="1"/>
          <p:nvPr/>
        </p:nvSpPr>
        <p:spPr>
          <a:xfrm>
            <a:off x="2166857" y="1887340"/>
            <a:ext cx="4142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>
                <a:solidFill>
                  <a:schemeClr val="bg1"/>
                </a:solidFill>
                <a:latin typeface="Montserrat" pitchFamily="2" charset="0"/>
              </a:rPr>
              <a:t>Título</a:t>
            </a:r>
            <a:endParaRPr lang="pt-BR" sz="28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1545189" y="2498045"/>
            <a:ext cx="4296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0"/>
              </a:rPr>
              <a:t>Apresentação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8D1597-0D1B-ED6F-4C99-3946B20E7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937" y="6113660"/>
            <a:ext cx="2352135" cy="2947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5E2DCF2-C079-0ED9-1A99-B69E4BF350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231" y="180259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89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5F1F834-6977-6EE4-860F-856363586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22536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FC075D-2F53-D54A-B7E2-0513FD46AC89}"/>
              </a:ext>
            </a:extLst>
          </p:cNvPr>
          <p:cNvSpPr txBox="1"/>
          <p:nvPr/>
        </p:nvSpPr>
        <p:spPr>
          <a:xfrm>
            <a:off x="885231" y="2461731"/>
            <a:ext cx="2947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você e sua empresa se encontram e assim possamos contribuir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com o seu sucesso.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E5B0E2-3C51-CC0F-3CF8-4876E6C8BD87}"/>
              </a:ext>
            </a:extLst>
          </p:cNvPr>
          <p:cNvSpPr txBox="1"/>
          <p:nvPr/>
        </p:nvSpPr>
        <p:spPr>
          <a:xfrm>
            <a:off x="885231" y="1632639"/>
            <a:ext cx="4142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Montserrat" pitchFamily="2" charset="0"/>
              </a:rPr>
              <a:t>Título</a:t>
            </a:r>
            <a:endParaRPr lang="pt-BR" sz="14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626947" y="2061621"/>
            <a:ext cx="429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BCE8C79-F1DC-D8DD-86A0-424B0789EE22}"/>
              </a:ext>
            </a:extLst>
          </p:cNvPr>
          <p:cNvSpPr/>
          <p:nvPr/>
        </p:nvSpPr>
        <p:spPr>
          <a:xfrm>
            <a:off x="5040387" y="436358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4A1D4C7-CF8C-1745-F9A4-74B0200B5C2F}"/>
              </a:ext>
            </a:extLst>
          </p:cNvPr>
          <p:cNvSpPr txBox="1"/>
          <p:nvPr/>
        </p:nvSpPr>
        <p:spPr>
          <a:xfrm>
            <a:off x="5116050" y="532556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4A501F1-627B-E5FA-1FF8-C74FB6E7F95C}"/>
              </a:ext>
            </a:extLst>
          </p:cNvPr>
          <p:cNvSpPr/>
          <p:nvPr/>
        </p:nvSpPr>
        <p:spPr>
          <a:xfrm>
            <a:off x="5056289" y="1325512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6CE9F7B-AA0A-4134-7063-BD3987B6852D}"/>
              </a:ext>
            </a:extLst>
          </p:cNvPr>
          <p:cNvSpPr txBox="1"/>
          <p:nvPr/>
        </p:nvSpPr>
        <p:spPr>
          <a:xfrm>
            <a:off x="5092197" y="1429661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02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DD68C9D-676E-0DCC-B270-D52E30491991}"/>
              </a:ext>
            </a:extLst>
          </p:cNvPr>
          <p:cNvSpPr/>
          <p:nvPr/>
        </p:nvSpPr>
        <p:spPr>
          <a:xfrm>
            <a:off x="5064240" y="2214666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E8D0AF2-8906-FF35-7056-A0997E2D5978}"/>
              </a:ext>
            </a:extLst>
          </p:cNvPr>
          <p:cNvSpPr txBox="1"/>
          <p:nvPr/>
        </p:nvSpPr>
        <p:spPr>
          <a:xfrm>
            <a:off x="5100148" y="2334717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03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4466F4-B1FB-90BC-AB1B-D346E739B3E1}"/>
              </a:ext>
            </a:extLst>
          </p:cNvPr>
          <p:cNvSpPr txBox="1"/>
          <p:nvPr/>
        </p:nvSpPr>
        <p:spPr>
          <a:xfrm>
            <a:off x="5887326" y="590713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F70EAA9-5F0E-24ED-8871-866BE0BC276A}"/>
              </a:ext>
            </a:extLst>
          </p:cNvPr>
          <p:cNvSpPr txBox="1"/>
          <p:nvPr/>
        </p:nvSpPr>
        <p:spPr>
          <a:xfrm>
            <a:off x="5887325" y="1431481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C1C1B67-91E9-BBBC-2081-0115D81A9B02}"/>
              </a:ext>
            </a:extLst>
          </p:cNvPr>
          <p:cNvSpPr txBox="1"/>
          <p:nvPr/>
        </p:nvSpPr>
        <p:spPr>
          <a:xfrm>
            <a:off x="5895277" y="2310363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33D2B02-3E54-2E82-9030-4BC3F526A8F5}"/>
              </a:ext>
            </a:extLst>
          </p:cNvPr>
          <p:cNvSpPr/>
          <p:nvPr/>
        </p:nvSpPr>
        <p:spPr>
          <a:xfrm>
            <a:off x="5104225" y="3104321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3C7C527-72DE-6242-9E82-FBECA626F11E}"/>
              </a:ext>
            </a:extLst>
          </p:cNvPr>
          <p:cNvSpPr txBox="1"/>
          <p:nvPr/>
        </p:nvSpPr>
        <p:spPr>
          <a:xfrm>
            <a:off x="5140133" y="3200519"/>
            <a:ext cx="71151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04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16F8ADC-6081-BB93-F008-0812E32F4EA0}"/>
              </a:ext>
            </a:extLst>
          </p:cNvPr>
          <p:cNvSpPr txBox="1"/>
          <p:nvPr/>
        </p:nvSpPr>
        <p:spPr>
          <a:xfrm>
            <a:off x="5935262" y="3200018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FE564D1-B1D5-9B41-900F-9D4A52E88EF2}"/>
              </a:ext>
            </a:extLst>
          </p:cNvPr>
          <p:cNvSpPr/>
          <p:nvPr/>
        </p:nvSpPr>
        <p:spPr>
          <a:xfrm>
            <a:off x="5124001" y="3996914"/>
            <a:ext cx="715617" cy="71561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51D7480-8022-1D5E-3CFA-CFA4F8AF5C01}"/>
              </a:ext>
            </a:extLst>
          </p:cNvPr>
          <p:cNvSpPr txBox="1"/>
          <p:nvPr/>
        </p:nvSpPr>
        <p:spPr>
          <a:xfrm>
            <a:off x="5151958" y="4109014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05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E887A6A-ED35-CBE4-2101-54433971825E}"/>
              </a:ext>
            </a:extLst>
          </p:cNvPr>
          <p:cNvSpPr txBox="1"/>
          <p:nvPr/>
        </p:nvSpPr>
        <p:spPr>
          <a:xfrm>
            <a:off x="5955038" y="4092611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FE6667-AAD1-1F68-18FA-6A6143F9F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121418"/>
            <a:ext cx="3448620" cy="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31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70118A4-D149-0C5E-4800-54EA455D0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63EEE88-77F9-6B24-F556-53C028411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22536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E580917-7C50-0E3C-5ADA-C2D12D2D0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558" y="6201865"/>
            <a:ext cx="2352135" cy="2947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F26AF9-FCF6-F4F5-060C-D23F98129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95" y="6121418"/>
            <a:ext cx="3448620" cy="45567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8E5B0E2-3C51-CC0F-3CF8-4876E6C8BD87}"/>
              </a:ext>
            </a:extLst>
          </p:cNvPr>
          <p:cNvSpPr txBox="1"/>
          <p:nvPr/>
        </p:nvSpPr>
        <p:spPr>
          <a:xfrm>
            <a:off x="1126533" y="2002574"/>
            <a:ext cx="4142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Montserrat" pitchFamily="2" charset="0"/>
              </a:rPr>
              <a:t>Título</a:t>
            </a:r>
            <a:endParaRPr lang="pt-BR" sz="14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868249" y="2431556"/>
            <a:ext cx="429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0"/>
              </a:rPr>
              <a:t>Apresentação</a:t>
            </a:r>
            <a:endParaRPr lang="pt-BR" sz="2000" b="1">
              <a:solidFill>
                <a:schemeClr val="tx1">
                  <a:lumMod val="85000"/>
                  <a:lumOff val="15000"/>
                </a:schemeClr>
              </a:solidFill>
              <a:latin typeface="Montserrat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4A1D4C7-CF8C-1745-F9A4-74B0200B5C2F}"/>
              </a:ext>
            </a:extLst>
          </p:cNvPr>
          <p:cNvSpPr txBox="1"/>
          <p:nvPr/>
        </p:nvSpPr>
        <p:spPr>
          <a:xfrm>
            <a:off x="5116050" y="532556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01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6CE9F7B-AA0A-4134-7063-BD3987B6852D}"/>
              </a:ext>
            </a:extLst>
          </p:cNvPr>
          <p:cNvSpPr txBox="1"/>
          <p:nvPr/>
        </p:nvSpPr>
        <p:spPr>
          <a:xfrm>
            <a:off x="5092197" y="1429661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02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E8D0AF2-8906-FF35-7056-A0997E2D5978}"/>
              </a:ext>
            </a:extLst>
          </p:cNvPr>
          <p:cNvSpPr txBox="1"/>
          <p:nvPr/>
        </p:nvSpPr>
        <p:spPr>
          <a:xfrm>
            <a:off x="5100148" y="2503586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03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4466F4-B1FB-90BC-AB1B-D346E739B3E1}"/>
              </a:ext>
            </a:extLst>
          </p:cNvPr>
          <p:cNvSpPr txBox="1"/>
          <p:nvPr/>
        </p:nvSpPr>
        <p:spPr>
          <a:xfrm>
            <a:off x="5887326" y="590713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F70EAA9-5F0E-24ED-8871-866BE0BC276A}"/>
              </a:ext>
            </a:extLst>
          </p:cNvPr>
          <p:cNvSpPr txBox="1"/>
          <p:nvPr/>
        </p:nvSpPr>
        <p:spPr>
          <a:xfrm>
            <a:off x="5887325" y="1431481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C1C1B67-91E9-BBBC-2081-0115D81A9B02}"/>
              </a:ext>
            </a:extLst>
          </p:cNvPr>
          <p:cNvSpPr txBox="1"/>
          <p:nvPr/>
        </p:nvSpPr>
        <p:spPr>
          <a:xfrm>
            <a:off x="5895277" y="2479232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3C7C527-72DE-6242-9E82-FBECA626F11E}"/>
              </a:ext>
            </a:extLst>
          </p:cNvPr>
          <p:cNvSpPr txBox="1"/>
          <p:nvPr/>
        </p:nvSpPr>
        <p:spPr>
          <a:xfrm>
            <a:off x="5124231" y="3561292"/>
            <a:ext cx="71151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04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16F8ADC-6081-BB93-F008-0812E32F4EA0}"/>
              </a:ext>
            </a:extLst>
          </p:cNvPr>
          <p:cNvSpPr txBox="1"/>
          <p:nvPr/>
        </p:nvSpPr>
        <p:spPr>
          <a:xfrm>
            <a:off x="5935262" y="3560791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51D7480-8022-1D5E-3CFA-CFA4F8AF5C01}"/>
              </a:ext>
            </a:extLst>
          </p:cNvPr>
          <p:cNvSpPr txBox="1"/>
          <p:nvPr/>
        </p:nvSpPr>
        <p:spPr>
          <a:xfrm>
            <a:off x="5151958" y="4630780"/>
            <a:ext cx="71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Montserrat" pitchFamily="2" charset="0"/>
              </a:rPr>
              <a:t>05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E887A6A-ED35-CBE4-2101-54433971825E}"/>
              </a:ext>
            </a:extLst>
          </p:cNvPr>
          <p:cNvSpPr txBox="1"/>
          <p:nvPr/>
        </p:nvSpPr>
        <p:spPr>
          <a:xfrm>
            <a:off x="5955038" y="4614377"/>
            <a:ext cx="4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Venha tomar um café com a gente para que </a:t>
            </a:r>
          </a:p>
          <a:p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possamos entender em qual estágio </a:t>
            </a:r>
            <a:r>
              <a:rPr lang="pt-BR" sz="1200" i="1" err="1">
                <a:solidFill>
                  <a:schemeClr val="bg1"/>
                </a:solidFill>
                <a:latin typeface="Montserrat Medium" pitchFamily="2" charset="0"/>
              </a:rPr>
              <a:t>djornada</a:t>
            </a:r>
            <a:r>
              <a:rPr lang="pt-BR" sz="1200" i="1">
                <a:solidFill>
                  <a:schemeClr val="bg1"/>
                </a:solidFill>
                <a:latin typeface="Montserrat Medium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6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02CE719-B95F-7B3A-45BA-FFF708B8D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74462B-0E68-DD1B-8D51-E62AD1352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5144"/>
            <a:ext cx="6047244" cy="372771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B69BA4-BB98-F26F-54B4-665BE2AF5581}"/>
              </a:ext>
            </a:extLst>
          </p:cNvPr>
          <p:cNvSpPr txBox="1"/>
          <p:nvPr/>
        </p:nvSpPr>
        <p:spPr>
          <a:xfrm>
            <a:off x="952307" y="2825255"/>
            <a:ext cx="4142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>
                <a:solidFill>
                  <a:schemeClr val="bg1"/>
                </a:solidFill>
                <a:latin typeface="Montserrat" pitchFamily="2" charset="0"/>
              </a:rPr>
              <a:t>Título da</a:t>
            </a:r>
            <a:endParaRPr lang="pt-BR" sz="2800" b="1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B6701B-3C51-1205-732E-31FD92B850FD}"/>
              </a:ext>
            </a:extLst>
          </p:cNvPr>
          <p:cNvSpPr txBox="1"/>
          <p:nvPr/>
        </p:nvSpPr>
        <p:spPr>
          <a:xfrm>
            <a:off x="1400509" y="3425419"/>
            <a:ext cx="3550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>
                <a:solidFill>
                  <a:srgbClr val="00B0F0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51A23E3-81C1-065F-5B37-EDA3FB609904}"/>
              </a:ext>
            </a:extLst>
          </p:cNvPr>
          <p:cNvSpPr txBox="1"/>
          <p:nvPr/>
        </p:nvSpPr>
        <p:spPr>
          <a:xfrm>
            <a:off x="6247618" y="2668004"/>
            <a:ext cx="49775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solidFill>
                  <a:srgbClr val="00B0F0"/>
                </a:solidFill>
                <a:latin typeface="Montserrat Medium" pitchFamily="2" charset="0"/>
              </a:rPr>
              <a:t>Venha tomar um café com a gente </a:t>
            </a:r>
          </a:p>
          <a:p>
            <a:r>
              <a:rPr lang="pt-BR">
                <a:solidFill>
                  <a:srgbClr val="00B0F0"/>
                </a:solidFill>
                <a:latin typeface="Montserrat Medium" pitchFamily="2" charset="0"/>
              </a:rPr>
              <a:t>para que possamos entender em qual estágio da jornada, você e sua </a:t>
            </a:r>
          </a:p>
          <a:p>
            <a:r>
              <a:rPr lang="pt-BR">
                <a:solidFill>
                  <a:srgbClr val="00B0F0"/>
                </a:solidFill>
                <a:latin typeface="Montserrat Medium" pitchFamily="2" charset="0"/>
              </a:rPr>
              <a:t>empresa se encontram e</a:t>
            </a:r>
          </a:p>
          <a:p>
            <a:r>
              <a:rPr lang="pt-BR">
                <a:solidFill>
                  <a:srgbClr val="00B0F0"/>
                </a:solidFill>
                <a:latin typeface="Montserrat Medium" pitchFamily="2" charset="0"/>
              </a:rPr>
              <a:t>assim possamos contribuir </a:t>
            </a:r>
          </a:p>
          <a:p>
            <a:r>
              <a:rPr lang="pt-BR">
                <a:solidFill>
                  <a:srgbClr val="00B0F0"/>
                </a:solidFill>
                <a:latin typeface="Montserrat Medium" pitchFamily="2" charset="0"/>
              </a:rPr>
              <a:t>com o seu sucesso.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E908C5A-407F-D2B5-F603-257CC3814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09" y="2362371"/>
            <a:ext cx="2463135" cy="32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32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8F3C64-A656-3410-70C5-3DD98C8F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D5BE302-6A95-21E8-B02E-6446F7507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4135261"/>
            <a:ext cx="4636733" cy="2376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F09826-5AFA-EC49-B51F-714DDCFCE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350"/>
            <a:ext cx="12192000" cy="503697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FC075D-2F53-D54A-B7E2-0513FD46AC89}"/>
              </a:ext>
            </a:extLst>
          </p:cNvPr>
          <p:cNvSpPr txBox="1"/>
          <p:nvPr/>
        </p:nvSpPr>
        <p:spPr>
          <a:xfrm>
            <a:off x="6353348" y="697766"/>
            <a:ext cx="49775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jornada, você e sua empresa se encontram e assim possamos contribuir com o seu sucesso.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A09143-928C-4349-AE7D-EE5B0CFF673E}"/>
              </a:ext>
            </a:extLst>
          </p:cNvPr>
          <p:cNvSpPr txBox="1"/>
          <p:nvPr/>
        </p:nvSpPr>
        <p:spPr>
          <a:xfrm>
            <a:off x="757248" y="2483859"/>
            <a:ext cx="429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Montserrat" pitchFamily="2" charset="0"/>
              </a:rPr>
              <a:t>Apresentação</a:t>
            </a:r>
          </a:p>
        </p:txBody>
      </p:sp>
      <p:sp>
        <p:nvSpPr>
          <p:cNvPr id="15" name="Seta: Divisa 14">
            <a:extLst>
              <a:ext uri="{FF2B5EF4-FFF2-40B4-BE49-F238E27FC236}">
                <a16:creationId xmlns:a16="http://schemas.microsoft.com/office/drawing/2014/main" id="{A181B330-35C2-7031-CA90-0BE166451F41}"/>
              </a:ext>
            </a:extLst>
          </p:cNvPr>
          <p:cNvSpPr/>
          <p:nvPr/>
        </p:nvSpPr>
        <p:spPr>
          <a:xfrm>
            <a:off x="5568310" y="704381"/>
            <a:ext cx="270344" cy="495917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7B61F4-CC0C-BEF9-61E1-8A54D0DD6304}"/>
              </a:ext>
            </a:extLst>
          </p:cNvPr>
          <p:cNvSpPr txBox="1"/>
          <p:nvPr/>
        </p:nvSpPr>
        <p:spPr>
          <a:xfrm>
            <a:off x="4743159" y="829228"/>
            <a:ext cx="1498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SEMANA 1</a:t>
            </a:r>
          </a:p>
        </p:txBody>
      </p:sp>
      <p:sp>
        <p:nvSpPr>
          <p:cNvPr id="17" name="Seta: Divisa 16">
            <a:extLst>
              <a:ext uri="{FF2B5EF4-FFF2-40B4-BE49-F238E27FC236}">
                <a16:creationId xmlns:a16="http://schemas.microsoft.com/office/drawing/2014/main" id="{8E8FE8B8-4208-051C-216C-30CE224205EF}"/>
              </a:ext>
            </a:extLst>
          </p:cNvPr>
          <p:cNvSpPr/>
          <p:nvPr/>
        </p:nvSpPr>
        <p:spPr>
          <a:xfrm>
            <a:off x="5838654" y="804904"/>
            <a:ext cx="150769" cy="294868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ivisa 17">
            <a:extLst>
              <a:ext uri="{FF2B5EF4-FFF2-40B4-BE49-F238E27FC236}">
                <a16:creationId xmlns:a16="http://schemas.microsoft.com/office/drawing/2014/main" id="{B52C39E5-64EB-710D-1A08-36A609656FFE}"/>
              </a:ext>
            </a:extLst>
          </p:cNvPr>
          <p:cNvSpPr/>
          <p:nvPr/>
        </p:nvSpPr>
        <p:spPr>
          <a:xfrm>
            <a:off x="5568310" y="1617693"/>
            <a:ext cx="270344" cy="495917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42764B2-609B-D660-F58C-13A7061706AB}"/>
              </a:ext>
            </a:extLst>
          </p:cNvPr>
          <p:cNvSpPr txBox="1"/>
          <p:nvPr/>
        </p:nvSpPr>
        <p:spPr>
          <a:xfrm>
            <a:off x="4743159" y="1742540"/>
            <a:ext cx="1610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SEMANA 2</a:t>
            </a:r>
          </a:p>
        </p:txBody>
      </p:sp>
      <p:sp>
        <p:nvSpPr>
          <p:cNvPr id="20" name="Seta: Divisa 19">
            <a:extLst>
              <a:ext uri="{FF2B5EF4-FFF2-40B4-BE49-F238E27FC236}">
                <a16:creationId xmlns:a16="http://schemas.microsoft.com/office/drawing/2014/main" id="{1B84D459-C481-C2DA-391C-57D7B873D34E}"/>
              </a:ext>
            </a:extLst>
          </p:cNvPr>
          <p:cNvSpPr/>
          <p:nvPr/>
        </p:nvSpPr>
        <p:spPr>
          <a:xfrm>
            <a:off x="5838654" y="1718216"/>
            <a:ext cx="150769" cy="294868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F8576D7E-D582-5BEE-CF46-35C95E622D9F}"/>
              </a:ext>
            </a:extLst>
          </p:cNvPr>
          <p:cNvSpPr/>
          <p:nvPr/>
        </p:nvSpPr>
        <p:spPr>
          <a:xfrm>
            <a:off x="5568310" y="2525892"/>
            <a:ext cx="270344" cy="495917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AFB490D-5DD0-C7FA-6E1F-0955B21D701D}"/>
              </a:ext>
            </a:extLst>
          </p:cNvPr>
          <p:cNvSpPr txBox="1"/>
          <p:nvPr/>
        </p:nvSpPr>
        <p:spPr>
          <a:xfrm>
            <a:off x="4743158" y="2650739"/>
            <a:ext cx="1498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SEMANA 3</a:t>
            </a:r>
          </a:p>
        </p:txBody>
      </p:sp>
      <p:sp>
        <p:nvSpPr>
          <p:cNvPr id="23" name="Seta: Divisa 22">
            <a:extLst>
              <a:ext uri="{FF2B5EF4-FFF2-40B4-BE49-F238E27FC236}">
                <a16:creationId xmlns:a16="http://schemas.microsoft.com/office/drawing/2014/main" id="{ED9AB59E-41FD-F2CB-9DFD-006B2857DE10}"/>
              </a:ext>
            </a:extLst>
          </p:cNvPr>
          <p:cNvSpPr/>
          <p:nvPr/>
        </p:nvSpPr>
        <p:spPr>
          <a:xfrm>
            <a:off x="5838654" y="2626415"/>
            <a:ext cx="150769" cy="294868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Seta: Divisa 23">
            <a:extLst>
              <a:ext uri="{FF2B5EF4-FFF2-40B4-BE49-F238E27FC236}">
                <a16:creationId xmlns:a16="http://schemas.microsoft.com/office/drawing/2014/main" id="{33C4BAB2-53B4-11D5-8E6C-102B13A8CC4D}"/>
              </a:ext>
            </a:extLst>
          </p:cNvPr>
          <p:cNvSpPr/>
          <p:nvPr/>
        </p:nvSpPr>
        <p:spPr>
          <a:xfrm>
            <a:off x="5568310" y="3427794"/>
            <a:ext cx="270344" cy="495917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AB07CEF-8E40-D7F4-B53F-3594999FD2B3}"/>
              </a:ext>
            </a:extLst>
          </p:cNvPr>
          <p:cNvSpPr txBox="1"/>
          <p:nvPr/>
        </p:nvSpPr>
        <p:spPr>
          <a:xfrm>
            <a:off x="4743158" y="3552641"/>
            <a:ext cx="1498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SEMANA 4</a:t>
            </a:r>
          </a:p>
        </p:txBody>
      </p:sp>
      <p:sp>
        <p:nvSpPr>
          <p:cNvPr id="26" name="Seta: Divisa 25">
            <a:extLst>
              <a:ext uri="{FF2B5EF4-FFF2-40B4-BE49-F238E27FC236}">
                <a16:creationId xmlns:a16="http://schemas.microsoft.com/office/drawing/2014/main" id="{868E9D3C-081C-1057-6010-AB767001B6B9}"/>
              </a:ext>
            </a:extLst>
          </p:cNvPr>
          <p:cNvSpPr/>
          <p:nvPr/>
        </p:nvSpPr>
        <p:spPr>
          <a:xfrm>
            <a:off x="5838654" y="3528317"/>
            <a:ext cx="150769" cy="294868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7" name="Seta: Divisa 26">
            <a:extLst>
              <a:ext uri="{FF2B5EF4-FFF2-40B4-BE49-F238E27FC236}">
                <a16:creationId xmlns:a16="http://schemas.microsoft.com/office/drawing/2014/main" id="{D3684C63-BD9F-DDFD-8F36-52EB6CDD430C}"/>
              </a:ext>
            </a:extLst>
          </p:cNvPr>
          <p:cNvSpPr/>
          <p:nvPr/>
        </p:nvSpPr>
        <p:spPr>
          <a:xfrm>
            <a:off x="5568310" y="4390702"/>
            <a:ext cx="270344" cy="495917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90BC53E-B83C-ABED-039F-B64882236CA1}"/>
              </a:ext>
            </a:extLst>
          </p:cNvPr>
          <p:cNvSpPr txBox="1"/>
          <p:nvPr/>
        </p:nvSpPr>
        <p:spPr>
          <a:xfrm>
            <a:off x="4743158" y="4515549"/>
            <a:ext cx="1498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SEMANA 5</a:t>
            </a:r>
          </a:p>
        </p:txBody>
      </p:sp>
      <p:sp>
        <p:nvSpPr>
          <p:cNvPr id="29" name="Seta: Divisa 28">
            <a:extLst>
              <a:ext uri="{FF2B5EF4-FFF2-40B4-BE49-F238E27FC236}">
                <a16:creationId xmlns:a16="http://schemas.microsoft.com/office/drawing/2014/main" id="{47238622-946B-958D-2CD2-487A9B9D13DA}"/>
              </a:ext>
            </a:extLst>
          </p:cNvPr>
          <p:cNvSpPr/>
          <p:nvPr/>
        </p:nvSpPr>
        <p:spPr>
          <a:xfrm>
            <a:off x="5838654" y="4491225"/>
            <a:ext cx="150769" cy="294868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1046746-8F22-E477-6028-83EBB013C463}"/>
              </a:ext>
            </a:extLst>
          </p:cNvPr>
          <p:cNvSpPr txBox="1"/>
          <p:nvPr/>
        </p:nvSpPr>
        <p:spPr>
          <a:xfrm>
            <a:off x="6353348" y="1575324"/>
            <a:ext cx="49775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jornada, você e sua empresa se encontram e assim possamos contribuir com o seu sucesso.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A5D54FE-B32B-EC04-1034-BFBEA17B22CC}"/>
              </a:ext>
            </a:extLst>
          </p:cNvPr>
          <p:cNvSpPr txBox="1"/>
          <p:nvPr/>
        </p:nvSpPr>
        <p:spPr>
          <a:xfrm>
            <a:off x="6353347" y="2471503"/>
            <a:ext cx="49775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jornada, você e sua empresa se encontram e assim possamos contribuir com o seu sucesso.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FC9ECD8-171A-CAFF-9420-A63297BF4D6E}"/>
              </a:ext>
            </a:extLst>
          </p:cNvPr>
          <p:cNvSpPr txBox="1"/>
          <p:nvPr/>
        </p:nvSpPr>
        <p:spPr>
          <a:xfrm>
            <a:off x="6353347" y="3367392"/>
            <a:ext cx="49775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jornada, você e sua empresa se encontram e assim possamos contribuir com o seu sucesso.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2483143-8678-64FA-FCF9-598ED02A2F08}"/>
              </a:ext>
            </a:extLst>
          </p:cNvPr>
          <p:cNvSpPr txBox="1"/>
          <p:nvPr/>
        </p:nvSpPr>
        <p:spPr>
          <a:xfrm>
            <a:off x="6353346" y="4332331"/>
            <a:ext cx="49775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chemeClr val="bg1"/>
                </a:solidFill>
                <a:latin typeface="Montserrat Medium" pitchFamily="2" charset="0"/>
              </a:rPr>
              <a:t>Venha tomar um café com a gente para que possamos entender em qual estágio da jornada, você e sua empresa se encontram e assim possamos contribuir com o seu sucesso.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3DAA2A-C1F2-7900-C660-E5C8740B36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37" y="6049646"/>
            <a:ext cx="1911169" cy="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94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835BD08DAED544A7FAA2E568C35C4C" ma:contentTypeVersion="14" ma:contentTypeDescription="Crie um novo documento." ma:contentTypeScope="" ma:versionID="3cedfe224638b5a25ab916d5455d74d6">
  <xsd:schema xmlns:xsd="http://www.w3.org/2001/XMLSchema" xmlns:xs="http://www.w3.org/2001/XMLSchema" xmlns:p="http://schemas.microsoft.com/office/2006/metadata/properties" xmlns:ns2="1c8cec18-ca4d-4588-908b-92e16da9db11" xmlns:ns3="b8c9905b-554a-4f12-a5db-0f8958249de2" targetNamespace="http://schemas.microsoft.com/office/2006/metadata/properties" ma:root="true" ma:fieldsID="cc1cfa692aedff3829315166ace01c18" ns2:_="" ns3:_="">
    <xsd:import namespace="1c8cec18-ca4d-4588-908b-92e16da9db11"/>
    <xsd:import namespace="b8c9905b-554a-4f12-a5db-0f895824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8cec18-ca4d-4588-908b-92e16da9db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383544b4-21b4-40a6-82e3-200e306f6d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9905b-554a-4f12-a5db-0f8958249de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6386ddd-85bd-48f0-926a-8813bd729e1f}" ma:internalName="TaxCatchAll" ma:showField="CatchAllData" ma:web="b8c9905b-554a-4f12-a5db-0f895824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c9905b-554a-4f12-a5db-0f8958249de2" xsi:nil="true"/>
    <lcf76f155ced4ddcb4097134ff3c332f xmlns="1c8cec18-ca4d-4588-908b-92e16da9db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70B913-5682-4141-8234-69B7FA12B5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FA5F6D-A1AD-41E2-8B9B-ECC9650DAD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8cec18-ca4d-4588-908b-92e16da9db11"/>
    <ds:schemaRef ds:uri="b8c9905b-554a-4f12-a5db-0f8958249d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8B56A3-521F-4898-90D6-3280656BE30C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1c8cec18-ca4d-4588-908b-92e16da9db11"/>
    <ds:schemaRef ds:uri="http://schemas.openxmlformats.org/package/2006/metadata/core-properties"/>
    <ds:schemaRef ds:uri="b8c9905b-554a-4f12-a5db-0f8958249de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824</Words>
  <Application>Microsoft Macintosh PowerPoint</Application>
  <PresentationFormat>Widescreen</PresentationFormat>
  <Paragraphs>148</Paragraphs>
  <Slides>20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  <vt:variant>
        <vt:lpstr>Apresentações personalizadas</vt:lpstr>
      </vt:variant>
      <vt:variant>
        <vt:i4>1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Montserrat</vt:lpstr>
      <vt:lpstr>Montserrat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Personalizada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</dc:creator>
  <cp:lastModifiedBy>Rafael Paim</cp:lastModifiedBy>
  <cp:revision>42</cp:revision>
  <dcterms:created xsi:type="dcterms:W3CDTF">2023-03-09T17:39:19Z</dcterms:created>
  <dcterms:modified xsi:type="dcterms:W3CDTF">2024-11-08T08:07:33Z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0x01010024835BD08DAED544A7FAA2E568C35C4C</vt:lpwstr>
  </property>
  <property fmtid="{D5CDD505-2E9C-101B-9397-08002B2CF9AE}" pid="3" name="MediaServiceImageTags">
    <vt:lpwstr/>
  </property>
</Properties>
</file>